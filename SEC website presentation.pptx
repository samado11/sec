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4" r:id="rId5"/>
    <p:sldId id="258" r:id="rId6"/>
    <p:sldId id="260" r:id="rId7"/>
    <p:sldId id="261" r:id="rId8"/>
    <p:sldId id="265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65623-D17F-45DC-B32B-B50189F02D6B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91B95-5D38-41DB-AAF1-33F5CC5F91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962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65623-D17F-45DC-B32B-B50189F02D6B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91B95-5D38-41DB-AAF1-33F5CC5F91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210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65623-D17F-45DC-B32B-B50189F02D6B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91B95-5D38-41DB-AAF1-33F5CC5F91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414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65623-D17F-45DC-B32B-B50189F02D6B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91B95-5D38-41DB-AAF1-33F5CC5F91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746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65623-D17F-45DC-B32B-B50189F02D6B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91B95-5D38-41DB-AAF1-33F5CC5F91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145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65623-D17F-45DC-B32B-B50189F02D6B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91B95-5D38-41DB-AAF1-33F5CC5F91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179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65623-D17F-45DC-B32B-B50189F02D6B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91B95-5D38-41DB-AAF1-33F5CC5F91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312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65623-D17F-45DC-B32B-B50189F02D6B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91B95-5D38-41DB-AAF1-33F5CC5F91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883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65623-D17F-45DC-B32B-B50189F02D6B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91B95-5D38-41DB-AAF1-33F5CC5F91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433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65623-D17F-45DC-B32B-B50189F02D6B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91B95-5D38-41DB-AAF1-33F5CC5F91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319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65623-D17F-45DC-B32B-B50189F02D6B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91B95-5D38-41DB-AAF1-33F5CC5F91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555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65623-D17F-45DC-B32B-B50189F02D6B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891B95-5D38-41DB-AAF1-33F5CC5F91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441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18164"/>
          </a:xfrm>
        </p:spPr>
        <p:txBody>
          <a:bodyPr/>
          <a:lstStyle/>
          <a:p>
            <a:r>
              <a:rPr lang="en-US" dirty="0" smtClean="0"/>
              <a:t>SEC website 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285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11646" b="4193"/>
          <a:stretch/>
        </p:blipFill>
        <p:spPr>
          <a:xfrm>
            <a:off x="0" y="1"/>
            <a:ext cx="12192000" cy="656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62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11212" b="4697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316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11818" b="560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625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12424" b="545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279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11970" b="6667"/>
          <a:stretch/>
        </p:blipFill>
        <p:spPr>
          <a:xfrm>
            <a:off x="0" y="0"/>
            <a:ext cx="12192000" cy="6847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52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11818" b="6666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178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11970" b="590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413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11364" b="454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099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11819" b="5303"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360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3</Words>
  <Application>Microsoft Office PowerPoint</Application>
  <PresentationFormat>Widescreen</PresentationFormat>
  <Paragraphs>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SEC website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 website presentation</dc:title>
  <dc:creator>SamadOo0</dc:creator>
  <cp:lastModifiedBy>SamadOo0</cp:lastModifiedBy>
  <cp:revision>5</cp:revision>
  <dcterms:created xsi:type="dcterms:W3CDTF">2021-03-10T19:55:44Z</dcterms:created>
  <dcterms:modified xsi:type="dcterms:W3CDTF">2021-03-10T21:36:33Z</dcterms:modified>
</cp:coreProperties>
</file>